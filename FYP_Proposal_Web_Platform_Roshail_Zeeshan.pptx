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0" r:id="rId5"/>
    <p:sldId id="279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5A3F"/>
          </a:solidFill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Use Case Diagram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E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AI-Powered Personalized Learning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F1E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 Platform for Class 5 Students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493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Roshail Zeeshan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32918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3493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BS Computer Science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Semester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33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Fall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4133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Pakistan Global Institute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35" y="0"/>
            <a:ext cx="91446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5A3F"/>
          </a:solidFill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1E5A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E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C6B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AI-Powered Personalized Learning Web Platform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C6B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Class 5 Students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D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Roshail Zeeshan  ·  BS Computer Science  ·  Pakistan Global Institute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WPS Presentation</Application>
  <PresentationFormat>On-screen Show (16:9)</PresentationFormat>
  <Paragraphs>30</Paragraphs>
  <Slides>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Personalized Learning Web Platform for Class 5 Students - FYP Proposal Defense</dc:title>
  <dc:creator>Roshail Zeeshan</dc:creator>
  <dc:subject>FYP Proposal Defense</dc:subject>
  <cp:lastModifiedBy>Dubai Laptops</cp:lastModifiedBy>
  <cp:revision>3</cp:revision>
  <dcterms:created xsi:type="dcterms:W3CDTF">2026-09-07T17:26:00Z</dcterms:created>
  <dcterms:modified xsi:type="dcterms:W3CDTF">2026-09-21T19:11:28Z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C1A270C858E94EF6B15748343C5E47C3_12</vt:lpwstr>
  </property>
</Properties>
</file>